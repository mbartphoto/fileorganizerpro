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35"/>
                </a:solidFill>
              </a:defRPr>
            </a:pPr>
            <a:r>
              <a:t>BART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D3436"/>
                </a:solidFill>
              </a:defRPr>
            </a:pPr>
            <a:r>
              <a:t>LrForge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AI Photo Analysis for Adobe Lightroom Classic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4A5568"/>
                </a:solidFill>
              </a:defRPr>
            </a:pPr>
            <a:r>
              <a:t>AI-Powered Tools That Just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436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Professional photographers review 50,000+ photos annually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Hours spent manually identifying best shots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Subjective decisions lead to inconsistent selections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Client pressure: 3-5 day wedding turnaround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Portfolio curation is exhausting and time-consuming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436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AI analyzes composition, uniqueness, and commercial appeal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100% local processing (your photos never leave your computer)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Batch process thousands of images in minutes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Works with Ollama, LM Studio, or any OpenAI-compatible API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Multi-catalog search across all your Lightroom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436"/>
                </a:solidFill>
              </a:defRPr>
            </a:pPr>
            <a:r>
              <a:t>Market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657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D3436"/>
                </a:solidFill>
              </a:defRPr>
            </a:pPr>
            <a:r>
              <a:t>Target 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3657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21031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$49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9260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D3436"/>
                </a:solidFill>
              </a:defRPr>
            </a:pPr>
            <a:r>
              <a:t>Price 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3657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$24.5K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D3436"/>
                </a:solidFill>
              </a:defRPr>
            </a:pPr>
            <a:r>
              <a:t>Year 1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114800"/>
            <a:ext cx="3657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43891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52120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D3436"/>
                </a:solidFill>
              </a:defRPr>
            </a:pPr>
            <a:r>
              <a:t>Profit Margin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436"/>
                </a:solidFill>
              </a:defRPr>
            </a:pPr>
            <a:r>
              <a:t>Why LrForge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🎯 75% cheaper than Excire Search ($49 vs $199)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🚀 Multi-catalog support (competitors: single catalog only)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🏠 100% local processing (privacy-first)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⚡ Deeper AI analysis than Adobe's built-in tools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💪 First-mover advantage in multi-catalog AI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436"/>
                </a:solidFill>
              </a:defRPr>
            </a:pPr>
            <a: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💰 One-time purchase: $49 (no subscriptions)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📦 Bundle with FileOrganizerPro: $79 (save $10)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🎯 Year 1: 500 customers = $24,500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📈 Year 2-3: 2,000 customers = $98,000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85%+ profit margin (software economics)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436"/>
                </a:solidFill>
              </a:defRPr>
            </a:pPr>
            <a:r>
              <a:t>Current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v1.3.1 shipped and production-ready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5+ paying customers in first month (pre-marketing)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DuckDB analytics integration complete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Multi-catalog search in development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🎯 Legal clearance pending (launch February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6B35"/>
                </a:solidFill>
              </a:defRPr>
            </a:pPr>
            <a:r>
              <a:t>Ready to Ship</a:t>
            </a:r>
          </a:p>
          <a:p>
            <a:r>
              <a:t>February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DF8F3"/>
                </a:solidFill>
              </a:defRPr>
            </a:pPr>
            <a:r>
              <a:t>Bart Labs • Milwaukee, WI • AI-Powered Tools That Just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