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BART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D3436"/>
                </a:solidFill>
              </a:defRPr>
            </a:pPr>
            <a:r>
              <a:t>FileOrganizerPro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AI-Powered File Organization with Lightroom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4A5568"/>
                </a:solidFill>
              </a:defRPr>
            </a:pPr>
            <a:r>
              <a:t>AI-Powered Tools That Just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The Digital Chaos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📁 Photographers have 10,000-100,000+ unsorted files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⏱️ 10-20 hours manually organizing before Lightroom import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🔍 Can't find specific shoots from years ago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💾 Duplicates scattered across multiple drives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😰 Import anxiety: afraid to delete anything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AI Understands Your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AI-powered organization (content-aware, not just filenames)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Multi-catalog search across ALL Lightroom catalogs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Read-only safety (preview before moving anything)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LrForge integration (.fopplan export)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100% local processing (privacy-first)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</a:defRPr>
            </a:pPr>
            <a:r>
              <a:t>12M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Photographers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</a:defRPr>
            </a:pPr>
            <a:r>
              <a:t>$39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926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Price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</a:defRPr>
            </a:pPr>
            <a:r>
              <a:t>$11.7K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Year 1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114800"/>
            <a:ext cx="3657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389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</a:defRPr>
            </a:pPr>
            <a:r>
              <a:t>10+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2120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Time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Why FOP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🤖 Smarter than rule-based tools (Hazel)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🖥️ Cross-platform (vs. macOS-only Hazel)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📸 Photo-specific (vs. generic Adobe Bridge)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⚡ First multi-catalog search tool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💰 ROI: 10 hours saved = $500 value for $39 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Revenue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💰 One-time purchase: $39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📦 Bundle with LrForge: $79 (save $10)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🎯 Year 1: 300 customers = $11,700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📈 Year 2-3: 1,500 customers = $58,500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80%+ profit margin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436"/>
                </a:solidFill>
              </a:defRPr>
            </a:pPr>
            <a: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UI complete and polished (v2.6.4)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File scanning and metadata reading works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✅ Multi-catalog search in development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🚧 LLM integration pending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🎯 Launch: Q1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AA"/>
                </a:solidFill>
              </a:defRPr>
            </a:pPr>
            <a:r>
              <a:t>Launching Q1 2026</a:t>
            </a:r>
          </a:p>
          <a:p>
            <a:r>
              <a:t>After LrForge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DF8F3"/>
                </a:solidFill>
              </a:defRPr>
            </a:pPr>
            <a:r>
              <a:t>Bart Labs • Milwaukee, WI • AI-Powered Tools That Just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